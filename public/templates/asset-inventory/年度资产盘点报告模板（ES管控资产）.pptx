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300" r:id="rId3"/>
    <p:sldId id="301" r:id="rId5"/>
    <p:sldId id="302" r:id="rId6"/>
    <p:sldId id="304" r:id="rId7"/>
    <p:sldId id="305" r:id="rId8"/>
  </p:sldIdLst>
  <p:sldSz cx="12192000" cy="6858000"/>
  <p:notesSz cx="6797675" cy="9928225"/>
  <p:custDataLst>
    <p:tags r:id="rId1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宇" initials="authorId_292103974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2"/>
      </p:cViewPr>
      <p:guideLst>
        <p:guide orient="horz" pos="2115"/>
        <p:guide pos="38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5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732D30B-4136-45CA-96E2-1711E7DE277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1394" y="1241425"/>
            <a:ext cx="5954889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25A412E-2DA3-4431-99F4-5F48EF20CFD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1241425"/>
            <a:ext cx="5956300" cy="3349625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F7D035C-4ABC-4490-B44A-D66477DDC06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1241425"/>
            <a:ext cx="5956300" cy="3349625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609082A3-37AA-486C-AE6F-30EF08B700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1241425"/>
            <a:ext cx="5956300" cy="3349625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6998A3D9-56ED-4712-95D5-3F8ADE2B147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5A412E-2DA3-4431-99F4-5F48EF20CF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1241425"/>
            <a:ext cx="5956300" cy="3349625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C86A560-B91E-4AEA-83D4-644D92C2333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1012375" y="2208442"/>
            <a:ext cx="0" cy="1959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47321" y="2410559"/>
            <a:ext cx="6342035" cy="1200329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47321" y="3617616"/>
            <a:ext cx="6342035" cy="424732"/>
          </a:xfrm>
        </p:spPr>
        <p:txBody>
          <a:bodyPr>
            <a:normAutofit/>
          </a:bodyPr>
          <a:lstStyle>
            <a:lvl1pPr marL="0" indent="0" algn="dist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4B5680B-694D-4537-8E23-3859F52D28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CC84C3FB-EA17-4F4A-BAED-BA5A19C59E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 anchorCtr="0"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>
            <a:off x="5185138" y="1219201"/>
            <a:ext cx="4359725" cy="4359725"/>
          </a:xfrm>
          <a:prstGeom prst="ellipse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ea typeface="方正兰亭细黑_GBK" panose="02000000000000000000" pitchFamily="2" charset="-122"/>
            </a:endParaRPr>
          </a:p>
        </p:txBody>
      </p:sp>
      <p:sp>
        <p:nvSpPr>
          <p:cNvPr id="12" name="椭圆 11"/>
          <p:cNvSpPr/>
          <p:nvPr>
            <p:custDataLst>
              <p:tags r:id="rId3"/>
            </p:custDataLst>
          </p:nvPr>
        </p:nvSpPr>
        <p:spPr>
          <a:xfrm>
            <a:off x="6047104" y="4331787"/>
            <a:ext cx="518160" cy="518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Freeform 9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6105702" y="4427104"/>
            <a:ext cx="400965" cy="327526"/>
          </a:xfrm>
          <a:custGeom>
            <a:avLst/>
            <a:gdLst>
              <a:gd name="T0" fmla="*/ 470 w 694"/>
              <a:gd name="T1" fmla="*/ 171 h 565"/>
              <a:gd name="T2" fmla="*/ 493 w 694"/>
              <a:gd name="T3" fmla="*/ 172 h 565"/>
              <a:gd name="T4" fmla="*/ 246 w 694"/>
              <a:gd name="T5" fmla="*/ 0 h 565"/>
              <a:gd name="T6" fmla="*/ 0 w 694"/>
              <a:gd name="T7" fmla="*/ 209 h 565"/>
              <a:gd name="T8" fmla="*/ 99 w 694"/>
              <a:gd name="T9" fmla="*/ 374 h 565"/>
              <a:gd name="T10" fmla="*/ 74 w 694"/>
              <a:gd name="T11" fmla="*/ 448 h 565"/>
              <a:gd name="T12" fmla="*/ 160 w 694"/>
              <a:gd name="T13" fmla="*/ 405 h 565"/>
              <a:gd name="T14" fmla="*/ 246 w 694"/>
              <a:gd name="T15" fmla="*/ 418 h 565"/>
              <a:gd name="T16" fmla="*/ 269 w 694"/>
              <a:gd name="T17" fmla="*/ 417 h 565"/>
              <a:gd name="T18" fmla="*/ 261 w 694"/>
              <a:gd name="T19" fmla="*/ 365 h 565"/>
              <a:gd name="T20" fmla="*/ 470 w 694"/>
              <a:gd name="T21" fmla="*/ 171 h 565"/>
              <a:gd name="T22" fmla="*/ 338 w 694"/>
              <a:gd name="T23" fmla="*/ 104 h 565"/>
              <a:gd name="T24" fmla="*/ 368 w 694"/>
              <a:gd name="T25" fmla="*/ 135 h 565"/>
              <a:gd name="T26" fmla="*/ 338 w 694"/>
              <a:gd name="T27" fmla="*/ 166 h 565"/>
              <a:gd name="T28" fmla="*/ 301 w 694"/>
              <a:gd name="T29" fmla="*/ 135 h 565"/>
              <a:gd name="T30" fmla="*/ 338 w 694"/>
              <a:gd name="T31" fmla="*/ 104 h 565"/>
              <a:gd name="T32" fmla="*/ 166 w 694"/>
              <a:gd name="T33" fmla="*/ 166 h 565"/>
              <a:gd name="T34" fmla="*/ 129 w 694"/>
              <a:gd name="T35" fmla="*/ 135 h 565"/>
              <a:gd name="T36" fmla="*/ 166 w 694"/>
              <a:gd name="T37" fmla="*/ 104 h 565"/>
              <a:gd name="T38" fmla="*/ 197 w 694"/>
              <a:gd name="T39" fmla="*/ 135 h 565"/>
              <a:gd name="T40" fmla="*/ 166 w 694"/>
              <a:gd name="T41" fmla="*/ 166 h 565"/>
              <a:gd name="T42" fmla="*/ 694 w 694"/>
              <a:gd name="T43" fmla="*/ 362 h 565"/>
              <a:gd name="T44" fmla="*/ 485 w 694"/>
              <a:gd name="T45" fmla="*/ 184 h 565"/>
              <a:gd name="T46" fmla="*/ 277 w 694"/>
              <a:gd name="T47" fmla="*/ 362 h 565"/>
              <a:gd name="T48" fmla="*/ 485 w 694"/>
              <a:gd name="T49" fmla="*/ 540 h 565"/>
              <a:gd name="T50" fmla="*/ 559 w 694"/>
              <a:gd name="T51" fmla="*/ 528 h 565"/>
              <a:gd name="T52" fmla="*/ 626 w 694"/>
              <a:gd name="T53" fmla="*/ 565 h 565"/>
              <a:gd name="T54" fmla="*/ 608 w 694"/>
              <a:gd name="T55" fmla="*/ 503 h 565"/>
              <a:gd name="T56" fmla="*/ 694 w 694"/>
              <a:gd name="T57" fmla="*/ 362 h 565"/>
              <a:gd name="T58" fmla="*/ 418 w 694"/>
              <a:gd name="T59" fmla="*/ 331 h 565"/>
              <a:gd name="T60" fmla="*/ 393 w 694"/>
              <a:gd name="T61" fmla="*/ 307 h 565"/>
              <a:gd name="T62" fmla="*/ 418 w 694"/>
              <a:gd name="T63" fmla="*/ 282 h 565"/>
              <a:gd name="T64" fmla="*/ 448 w 694"/>
              <a:gd name="T65" fmla="*/ 307 h 565"/>
              <a:gd name="T66" fmla="*/ 418 w 694"/>
              <a:gd name="T67" fmla="*/ 331 h 565"/>
              <a:gd name="T68" fmla="*/ 552 w 694"/>
              <a:gd name="T69" fmla="*/ 331 h 565"/>
              <a:gd name="T70" fmla="*/ 528 w 694"/>
              <a:gd name="T71" fmla="*/ 307 h 565"/>
              <a:gd name="T72" fmla="*/ 552 w 694"/>
              <a:gd name="T73" fmla="*/ 282 h 565"/>
              <a:gd name="T74" fmla="*/ 583 w 694"/>
              <a:gd name="T75" fmla="*/ 307 h 565"/>
              <a:gd name="T76" fmla="*/ 552 w 694"/>
              <a:gd name="T77" fmla="*/ 331 h 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94" h="565">
                <a:moveTo>
                  <a:pt x="470" y="171"/>
                </a:moveTo>
                <a:cubicBezTo>
                  <a:pt x="478" y="171"/>
                  <a:pt x="485" y="172"/>
                  <a:pt x="493" y="172"/>
                </a:cubicBezTo>
                <a:cubicBezTo>
                  <a:pt x="472" y="74"/>
                  <a:pt x="366" y="0"/>
                  <a:pt x="246" y="0"/>
                </a:cubicBezTo>
                <a:cubicBezTo>
                  <a:pt x="111" y="0"/>
                  <a:pt x="0" y="92"/>
                  <a:pt x="0" y="209"/>
                </a:cubicBezTo>
                <a:cubicBezTo>
                  <a:pt x="0" y="276"/>
                  <a:pt x="37" y="331"/>
                  <a:pt x="99" y="374"/>
                </a:cubicBezTo>
                <a:cubicBezTo>
                  <a:pt x="74" y="448"/>
                  <a:pt x="74" y="448"/>
                  <a:pt x="74" y="448"/>
                </a:cubicBezTo>
                <a:cubicBezTo>
                  <a:pt x="160" y="405"/>
                  <a:pt x="160" y="405"/>
                  <a:pt x="160" y="405"/>
                </a:cubicBezTo>
                <a:cubicBezTo>
                  <a:pt x="191" y="411"/>
                  <a:pt x="215" y="418"/>
                  <a:pt x="246" y="418"/>
                </a:cubicBezTo>
                <a:cubicBezTo>
                  <a:pt x="253" y="418"/>
                  <a:pt x="261" y="417"/>
                  <a:pt x="269" y="417"/>
                </a:cubicBezTo>
                <a:cubicBezTo>
                  <a:pt x="264" y="400"/>
                  <a:pt x="261" y="383"/>
                  <a:pt x="261" y="365"/>
                </a:cubicBezTo>
                <a:cubicBezTo>
                  <a:pt x="261" y="258"/>
                  <a:pt x="353" y="171"/>
                  <a:pt x="470" y="171"/>
                </a:cubicBezTo>
                <a:close/>
                <a:moveTo>
                  <a:pt x="338" y="104"/>
                </a:moveTo>
                <a:cubicBezTo>
                  <a:pt x="356" y="104"/>
                  <a:pt x="368" y="117"/>
                  <a:pt x="368" y="135"/>
                </a:cubicBezTo>
                <a:cubicBezTo>
                  <a:pt x="368" y="153"/>
                  <a:pt x="356" y="166"/>
                  <a:pt x="338" y="166"/>
                </a:cubicBezTo>
                <a:cubicBezTo>
                  <a:pt x="319" y="166"/>
                  <a:pt x="301" y="153"/>
                  <a:pt x="301" y="135"/>
                </a:cubicBezTo>
                <a:cubicBezTo>
                  <a:pt x="301" y="117"/>
                  <a:pt x="319" y="104"/>
                  <a:pt x="338" y="104"/>
                </a:cubicBezTo>
                <a:close/>
                <a:moveTo>
                  <a:pt x="166" y="166"/>
                </a:moveTo>
                <a:cubicBezTo>
                  <a:pt x="148" y="166"/>
                  <a:pt x="129" y="153"/>
                  <a:pt x="129" y="135"/>
                </a:cubicBezTo>
                <a:cubicBezTo>
                  <a:pt x="129" y="117"/>
                  <a:pt x="148" y="104"/>
                  <a:pt x="166" y="104"/>
                </a:cubicBezTo>
                <a:cubicBezTo>
                  <a:pt x="184" y="104"/>
                  <a:pt x="197" y="117"/>
                  <a:pt x="197" y="135"/>
                </a:cubicBezTo>
                <a:cubicBezTo>
                  <a:pt x="197" y="153"/>
                  <a:pt x="184" y="166"/>
                  <a:pt x="166" y="166"/>
                </a:cubicBezTo>
                <a:close/>
                <a:moveTo>
                  <a:pt x="694" y="362"/>
                </a:moveTo>
                <a:cubicBezTo>
                  <a:pt x="694" y="264"/>
                  <a:pt x="595" y="184"/>
                  <a:pt x="485" y="184"/>
                </a:cubicBezTo>
                <a:cubicBezTo>
                  <a:pt x="368" y="184"/>
                  <a:pt x="277" y="264"/>
                  <a:pt x="277" y="362"/>
                </a:cubicBezTo>
                <a:cubicBezTo>
                  <a:pt x="277" y="460"/>
                  <a:pt x="368" y="540"/>
                  <a:pt x="485" y="540"/>
                </a:cubicBezTo>
                <a:cubicBezTo>
                  <a:pt x="510" y="540"/>
                  <a:pt x="534" y="534"/>
                  <a:pt x="559" y="528"/>
                </a:cubicBezTo>
                <a:cubicBezTo>
                  <a:pt x="626" y="565"/>
                  <a:pt x="626" y="565"/>
                  <a:pt x="626" y="565"/>
                </a:cubicBezTo>
                <a:cubicBezTo>
                  <a:pt x="608" y="503"/>
                  <a:pt x="608" y="503"/>
                  <a:pt x="608" y="503"/>
                </a:cubicBezTo>
                <a:cubicBezTo>
                  <a:pt x="657" y="466"/>
                  <a:pt x="694" y="418"/>
                  <a:pt x="694" y="362"/>
                </a:cubicBezTo>
                <a:close/>
                <a:moveTo>
                  <a:pt x="418" y="331"/>
                </a:moveTo>
                <a:cubicBezTo>
                  <a:pt x="405" y="331"/>
                  <a:pt x="393" y="319"/>
                  <a:pt x="393" y="307"/>
                </a:cubicBezTo>
                <a:cubicBezTo>
                  <a:pt x="393" y="295"/>
                  <a:pt x="405" y="282"/>
                  <a:pt x="418" y="282"/>
                </a:cubicBezTo>
                <a:cubicBezTo>
                  <a:pt x="436" y="282"/>
                  <a:pt x="448" y="295"/>
                  <a:pt x="448" y="307"/>
                </a:cubicBezTo>
                <a:cubicBezTo>
                  <a:pt x="448" y="319"/>
                  <a:pt x="436" y="331"/>
                  <a:pt x="418" y="331"/>
                </a:cubicBezTo>
                <a:close/>
                <a:moveTo>
                  <a:pt x="552" y="331"/>
                </a:moveTo>
                <a:cubicBezTo>
                  <a:pt x="540" y="331"/>
                  <a:pt x="528" y="319"/>
                  <a:pt x="528" y="307"/>
                </a:cubicBezTo>
                <a:cubicBezTo>
                  <a:pt x="528" y="295"/>
                  <a:pt x="540" y="282"/>
                  <a:pt x="552" y="282"/>
                </a:cubicBezTo>
                <a:cubicBezTo>
                  <a:pt x="571" y="282"/>
                  <a:pt x="583" y="295"/>
                  <a:pt x="583" y="307"/>
                </a:cubicBezTo>
                <a:cubicBezTo>
                  <a:pt x="583" y="319"/>
                  <a:pt x="571" y="331"/>
                  <a:pt x="552" y="33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7105920" y="4331787"/>
            <a:ext cx="518160" cy="518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8164736" y="4331787"/>
            <a:ext cx="518160" cy="518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稻壳儿小白白(http://dwz.cn/Wu2UP)"/>
          <p:cNvSpPr/>
          <p:nvPr>
            <p:custDataLst>
              <p:tags r:id="rId7"/>
            </p:custDataLst>
          </p:nvPr>
        </p:nvSpPr>
        <p:spPr>
          <a:xfrm>
            <a:off x="7196860" y="4387350"/>
            <a:ext cx="336281" cy="407035"/>
          </a:xfrm>
          <a:custGeom>
            <a:avLst/>
            <a:gdLst/>
            <a:ahLst/>
            <a:cxnLst>
              <a:cxn ang="0">
                <a:pos x="40563" y="133577"/>
              </a:cxn>
              <a:cxn ang="0">
                <a:pos x="47324" y="120219"/>
              </a:cxn>
              <a:cxn ang="0">
                <a:pos x="54084" y="100183"/>
              </a:cxn>
              <a:cxn ang="0">
                <a:pos x="108169" y="13358"/>
              </a:cxn>
              <a:cxn ang="0">
                <a:pos x="169013" y="0"/>
              </a:cxn>
              <a:cxn ang="0">
                <a:pos x="216337" y="13358"/>
              </a:cxn>
              <a:cxn ang="0">
                <a:pos x="277182" y="106861"/>
              </a:cxn>
              <a:cxn ang="0">
                <a:pos x="277182" y="106861"/>
              </a:cxn>
              <a:cxn ang="0">
                <a:pos x="290703" y="133577"/>
              </a:cxn>
              <a:cxn ang="0">
                <a:pos x="283942" y="146934"/>
              </a:cxn>
              <a:cxn ang="0">
                <a:pos x="283942" y="146934"/>
              </a:cxn>
              <a:cxn ang="0">
                <a:pos x="317745" y="220402"/>
              </a:cxn>
              <a:cxn ang="0">
                <a:pos x="304224" y="253796"/>
              </a:cxn>
              <a:cxn ang="0">
                <a:pos x="283942" y="227080"/>
              </a:cxn>
              <a:cxn ang="0">
                <a:pos x="283942" y="227080"/>
              </a:cxn>
              <a:cxn ang="0">
                <a:pos x="283942" y="233759"/>
              </a:cxn>
              <a:cxn ang="0">
                <a:pos x="256900" y="273832"/>
              </a:cxn>
              <a:cxn ang="0">
                <a:pos x="290703" y="293869"/>
              </a:cxn>
              <a:cxn ang="0">
                <a:pos x="290703" y="300548"/>
              </a:cxn>
              <a:cxn ang="0">
                <a:pos x="229858" y="320584"/>
              </a:cxn>
              <a:cxn ang="0">
                <a:pos x="169013" y="307226"/>
              </a:cxn>
              <a:cxn ang="0">
                <a:pos x="155492" y="307226"/>
              </a:cxn>
              <a:cxn ang="0">
                <a:pos x="101408" y="320584"/>
              </a:cxn>
              <a:cxn ang="0">
                <a:pos x="33803" y="300548"/>
              </a:cxn>
              <a:cxn ang="0">
                <a:pos x="47324" y="280511"/>
              </a:cxn>
              <a:cxn ang="0">
                <a:pos x="60845" y="273832"/>
              </a:cxn>
              <a:cxn ang="0">
                <a:pos x="60845" y="273832"/>
              </a:cxn>
              <a:cxn ang="0">
                <a:pos x="60845" y="273832"/>
              </a:cxn>
              <a:cxn ang="0">
                <a:pos x="60845" y="273832"/>
              </a:cxn>
              <a:cxn ang="0">
                <a:pos x="33803" y="227080"/>
              </a:cxn>
              <a:cxn ang="0">
                <a:pos x="27042" y="227080"/>
              </a:cxn>
              <a:cxn ang="0">
                <a:pos x="27042" y="227080"/>
              </a:cxn>
              <a:cxn ang="0">
                <a:pos x="6761" y="247117"/>
              </a:cxn>
              <a:cxn ang="0">
                <a:pos x="6761" y="247117"/>
              </a:cxn>
              <a:cxn ang="0">
                <a:pos x="0" y="247117"/>
              </a:cxn>
              <a:cxn ang="0">
                <a:pos x="0" y="227080"/>
              </a:cxn>
              <a:cxn ang="0">
                <a:pos x="40563" y="146934"/>
              </a:cxn>
              <a:cxn ang="0">
                <a:pos x="40563" y="133577"/>
              </a:cxn>
            </a:cxnLst>
            <a:rect l="0" t="0" r="0" b="0"/>
            <a:pathLst>
              <a:path w="47" h="48">
                <a:moveTo>
                  <a:pt x="6" y="20"/>
                </a:moveTo>
                <a:cubicBezTo>
                  <a:pt x="6" y="20"/>
                  <a:pt x="7" y="18"/>
                  <a:pt x="7" y="18"/>
                </a:cubicBezTo>
                <a:cubicBezTo>
                  <a:pt x="7" y="17"/>
                  <a:pt x="7" y="16"/>
                  <a:pt x="8" y="15"/>
                </a:cubicBezTo>
                <a:cubicBezTo>
                  <a:pt x="8" y="10"/>
                  <a:pt x="12" y="4"/>
                  <a:pt x="16" y="2"/>
                </a:cubicBezTo>
                <a:cubicBezTo>
                  <a:pt x="19" y="1"/>
                  <a:pt x="22" y="0"/>
                  <a:pt x="25" y="0"/>
                </a:cubicBezTo>
                <a:cubicBezTo>
                  <a:pt x="27" y="0"/>
                  <a:pt x="30" y="1"/>
                  <a:pt x="32" y="2"/>
                </a:cubicBezTo>
                <a:cubicBezTo>
                  <a:pt x="38" y="4"/>
                  <a:pt x="40" y="9"/>
                  <a:pt x="41" y="16"/>
                </a:cubicBezTo>
                <a:cubicBezTo>
                  <a:pt x="41" y="16"/>
                  <a:pt x="41" y="16"/>
                  <a:pt x="41" y="16"/>
                </a:cubicBezTo>
                <a:cubicBezTo>
                  <a:pt x="42" y="17"/>
                  <a:pt x="43" y="18"/>
                  <a:pt x="43" y="20"/>
                </a:cubicBezTo>
                <a:cubicBezTo>
                  <a:pt x="43" y="20"/>
                  <a:pt x="42" y="21"/>
                  <a:pt x="42" y="22"/>
                </a:cubicBezTo>
                <a:cubicBezTo>
                  <a:pt x="42" y="22"/>
                  <a:pt x="42" y="22"/>
                  <a:pt x="42" y="22"/>
                </a:cubicBezTo>
                <a:cubicBezTo>
                  <a:pt x="45" y="26"/>
                  <a:pt x="47" y="29"/>
                  <a:pt x="47" y="33"/>
                </a:cubicBezTo>
                <a:cubicBezTo>
                  <a:pt x="47" y="34"/>
                  <a:pt x="46" y="38"/>
                  <a:pt x="45" y="38"/>
                </a:cubicBezTo>
                <a:cubicBezTo>
                  <a:pt x="44" y="38"/>
                  <a:pt x="43" y="35"/>
                  <a:pt x="42" y="34"/>
                </a:cubicBezTo>
                <a:cubicBezTo>
                  <a:pt x="42" y="34"/>
                  <a:pt x="42" y="34"/>
                  <a:pt x="42" y="34"/>
                </a:cubicBezTo>
                <a:cubicBezTo>
                  <a:pt x="42" y="35"/>
                  <a:pt x="42" y="35"/>
                  <a:pt x="42" y="35"/>
                </a:cubicBezTo>
                <a:cubicBezTo>
                  <a:pt x="41" y="37"/>
                  <a:pt x="40" y="39"/>
                  <a:pt x="38" y="41"/>
                </a:cubicBezTo>
                <a:cubicBezTo>
                  <a:pt x="40" y="42"/>
                  <a:pt x="42" y="42"/>
                  <a:pt x="43" y="44"/>
                </a:cubicBezTo>
                <a:cubicBezTo>
                  <a:pt x="43" y="45"/>
                  <a:pt x="43" y="45"/>
                  <a:pt x="43" y="45"/>
                </a:cubicBezTo>
                <a:cubicBezTo>
                  <a:pt x="41" y="48"/>
                  <a:pt x="37" y="48"/>
                  <a:pt x="34" y="48"/>
                </a:cubicBezTo>
                <a:cubicBezTo>
                  <a:pt x="31" y="48"/>
                  <a:pt x="29" y="47"/>
                  <a:pt x="25" y="46"/>
                </a:cubicBezTo>
                <a:cubicBezTo>
                  <a:pt x="25" y="46"/>
                  <a:pt x="24" y="46"/>
                  <a:pt x="23" y="46"/>
                </a:cubicBezTo>
                <a:cubicBezTo>
                  <a:pt x="21" y="48"/>
                  <a:pt x="18" y="48"/>
                  <a:pt x="15" y="48"/>
                </a:cubicBezTo>
                <a:cubicBezTo>
                  <a:pt x="13" y="48"/>
                  <a:pt x="5" y="48"/>
                  <a:pt x="5" y="45"/>
                </a:cubicBezTo>
                <a:cubicBezTo>
                  <a:pt x="5" y="43"/>
                  <a:pt x="6" y="43"/>
                  <a:pt x="7" y="42"/>
                </a:cubicBezTo>
                <a:cubicBezTo>
                  <a:pt x="7" y="42"/>
                  <a:pt x="8" y="41"/>
                  <a:pt x="9" y="41"/>
                </a:cubicBezTo>
                <a:cubicBezTo>
                  <a:pt x="9" y="41"/>
                  <a:pt x="9" y="41"/>
                  <a:pt x="9" y="41"/>
                </a:cubicBezTo>
                <a:cubicBezTo>
                  <a:pt x="9" y="41"/>
                  <a:pt x="9" y="41"/>
                  <a:pt x="9" y="41"/>
                </a:cubicBezTo>
                <a:cubicBezTo>
                  <a:pt x="9" y="41"/>
                  <a:pt x="9" y="41"/>
                  <a:pt x="9" y="41"/>
                </a:cubicBezTo>
                <a:cubicBezTo>
                  <a:pt x="8" y="40"/>
                  <a:pt x="5" y="36"/>
                  <a:pt x="5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4" y="36"/>
                  <a:pt x="2" y="37"/>
                  <a:pt x="1" y="37"/>
                </a:cubicBezTo>
                <a:cubicBezTo>
                  <a:pt x="1" y="37"/>
                  <a:pt x="1" y="37"/>
                  <a:pt x="1" y="37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36"/>
                  <a:pt x="0" y="35"/>
                  <a:pt x="0" y="34"/>
                </a:cubicBezTo>
                <a:cubicBezTo>
                  <a:pt x="0" y="29"/>
                  <a:pt x="2" y="25"/>
                  <a:pt x="6" y="22"/>
                </a:cubicBezTo>
                <a:cubicBezTo>
                  <a:pt x="6" y="21"/>
                  <a:pt x="6" y="21"/>
                  <a:pt x="6" y="20"/>
                </a:cubicBezTo>
                <a:close/>
              </a:path>
            </a:pathLst>
          </a:custGeom>
          <a:solidFill>
            <a:schemeClr val="accent6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7" name="Freeform 123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8219072" y="4468146"/>
            <a:ext cx="353137" cy="281759"/>
          </a:xfrm>
          <a:custGeom>
            <a:avLst/>
            <a:gdLst>
              <a:gd name="T0" fmla="*/ 98 w 119"/>
              <a:gd name="T1" fmla="*/ 40 h 95"/>
              <a:gd name="T2" fmla="*/ 95 w 119"/>
              <a:gd name="T3" fmla="*/ 36 h 95"/>
              <a:gd name="T4" fmla="*/ 94 w 119"/>
              <a:gd name="T5" fmla="*/ 22 h 95"/>
              <a:gd name="T6" fmla="*/ 69 w 119"/>
              <a:gd name="T7" fmla="*/ 23 h 95"/>
              <a:gd name="T8" fmla="*/ 65 w 119"/>
              <a:gd name="T9" fmla="*/ 16 h 95"/>
              <a:gd name="T10" fmla="*/ 45 w 119"/>
              <a:gd name="T11" fmla="*/ 6 h 95"/>
              <a:gd name="T12" fmla="*/ 11 w 119"/>
              <a:gd name="T13" fmla="*/ 34 h 95"/>
              <a:gd name="T14" fmla="*/ 1 w 119"/>
              <a:gd name="T15" fmla="*/ 60 h 95"/>
              <a:gd name="T16" fmla="*/ 51 w 119"/>
              <a:gd name="T17" fmla="*/ 93 h 95"/>
              <a:gd name="T18" fmla="*/ 110 w 119"/>
              <a:gd name="T19" fmla="*/ 67 h 95"/>
              <a:gd name="T20" fmla="*/ 98 w 119"/>
              <a:gd name="T21" fmla="*/ 40 h 95"/>
              <a:gd name="T22" fmla="*/ 52 w 119"/>
              <a:gd name="T23" fmla="*/ 86 h 95"/>
              <a:gd name="T24" fmla="*/ 14 w 119"/>
              <a:gd name="T25" fmla="*/ 62 h 95"/>
              <a:gd name="T26" fmla="*/ 52 w 119"/>
              <a:gd name="T27" fmla="*/ 35 h 95"/>
              <a:gd name="T28" fmla="*/ 91 w 119"/>
              <a:gd name="T29" fmla="*/ 57 h 95"/>
              <a:gd name="T30" fmla="*/ 52 w 119"/>
              <a:gd name="T31" fmla="*/ 86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9" h="95">
                <a:moveTo>
                  <a:pt x="98" y="40"/>
                </a:moveTo>
                <a:cubicBezTo>
                  <a:pt x="93" y="39"/>
                  <a:pt x="95" y="36"/>
                  <a:pt x="95" y="36"/>
                </a:cubicBezTo>
                <a:cubicBezTo>
                  <a:pt x="95" y="36"/>
                  <a:pt x="100" y="28"/>
                  <a:pt x="94" y="22"/>
                </a:cubicBezTo>
                <a:cubicBezTo>
                  <a:pt x="87" y="14"/>
                  <a:pt x="69" y="23"/>
                  <a:pt x="69" y="23"/>
                </a:cubicBezTo>
                <a:cubicBezTo>
                  <a:pt x="62" y="25"/>
                  <a:pt x="64" y="22"/>
                  <a:pt x="65" y="16"/>
                </a:cubicBezTo>
                <a:cubicBezTo>
                  <a:pt x="65" y="10"/>
                  <a:pt x="63" y="0"/>
                  <a:pt x="45" y="6"/>
                </a:cubicBezTo>
                <a:cubicBezTo>
                  <a:pt x="26" y="12"/>
                  <a:pt x="11" y="34"/>
                  <a:pt x="11" y="34"/>
                </a:cubicBezTo>
                <a:cubicBezTo>
                  <a:pt x="0" y="49"/>
                  <a:pt x="1" y="60"/>
                  <a:pt x="1" y="60"/>
                </a:cubicBezTo>
                <a:cubicBezTo>
                  <a:pt x="4" y="85"/>
                  <a:pt x="30" y="91"/>
                  <a:pt x="51" y="93"/>
                </a:cubicBezTo>
                <a:cubicBezTo>
                  <a:pt x="72" y="95"/>
                  <a:pt x="102" y="86"/>
                  <a:pt x="110" y="67"/>
                </a:cubicBezTo>
                <a:cubicBezTo>
                  <a:pt x="119" y="48"/>
                  <a:pt x="103" y="41"/>
                  <a:pt x="98" y="40"/>
                </a:cubicBezTo>
                <a:close/>
                <a:moveTo>
                  <a:pt x="52" y="86"/>
                </a:moveTo>
                <a:cubicBezTo>
                  <a:pt x="31" y="87"/>
                  <a:pt x="14" y="76"/>
                  <a:pt x="14" y="62"/>
                </a:cubicBezTo>
                <a:cubicBezTo>
                  <a:pt x="14" y="48"/>
                  <a:pt x="31" y="36"/>
                  <a:pt x="52" y="35"/>
                </a:cubicBezTo>
                <a:cubicBezTo>
                  <a:pt x="74" y="34"/>
                  <a:pt x="91" y="43"/>
                  <a:pt x="91" y="57"/>
                </a:cubicBezTo>
                <a:cubicBezTo>
                  <a:pt x="91" y="72"/>
                  <a:pt x="74" y="85"/>
                  <a:pt x="52" y="8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8" name="Freeform 124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8299216" y="4592119"/>
            <a:ext cx="139002" cy="123974"/>
          </a:xfrm>
          <a:custGeom>
            <a:avLst/>
            <a:gdLst>
              <a:gd name="T0" fmla="*/ 21 w 47"/>
              <a:gd name="T1" fmla="*/ 3 h 42"/>
              <a:gd name="T2" fmla="*/ 2 w 47"/>
              <a:gd name="T3" fmla="*/ 25 h 42"/>
              <a:gd name="T4" fmla="*/ 8 w 47"/>
              <a:gd name="T5" fmla="*/ 35 h 42"/>
              <a:gd name="T6" fmla="*/ 40 w 47"/>
              <a:gd name="T7" fmla="*/ 29 h 42"/>
              <a:gd name="T8" fmla="*/ 21 w 47"/>
              <a:gd name="T9" fmla="*/ 3 h 42"/>
              <a:gd name="T10" fmla="*/ 16 w 47"/>
              <a:gd name="T11" fmla="*/ 31 h 42"/>
              <a:gd name="T12" fmla="*/ 8 w 47"/>
              <a:gd name="T13" fmla="*/ 26 h 42"/>
              <a:gd name="T14" fmla="*/ 15 w 47"/>
              <a:gd name="T15" fmla="*/ 19 h 42"/>
              <a:gd name="T16" fmla="*/ 23 w 47"/>
              <a:gd name="T17" fmla="*/ 24 h 42"/>
              <a:gd name="T18" fmla="*/ 16 w 47"/>
              <a:gd name="T19" fmla="*/ 31 h 42"/>
              <a:gd name="T20" fmla="*/ 28 w 47"/>
              <a:gd name="T21" fmla="*/ 20 h 42"/>
              <a:gd name="T22" fmla="*/ 25 w 47"/>
              <a:gd name="T23" fmla="*/ 20 h 42"/>
              <a:gd name="T24" fmla="*/ 26 w 47"/>
              <a:gd name="T25" fmla="*/ 16 h 42"/>
              <a:gd name="T26" fmla="*/ 30 w 47"/>
              <a:gd name="T27" fmla="*/ 16 h 42"/>
              <a:gd name="T28" fmla="*/ 28 w 47"/>
              <a:gd name="T29" fmla="*/ 2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7" h="42">
                <a:moveTo>
                  <a:pt x="21" y="3"/>
                </a:moveTo>
                <a:cubicBezTo>
                  <a:pt x="0" y="5"/>
                  <a:pt x="2" y="25"/>
                  <a:pt x="2" y="25"/>
                </a:cubicBezTo>
                <a:cubicBezTo>
                  <a:pt x="2" y="25"/>
                  <a:pt x="2" y="32"/>
                  <a:pt x="8" y="35"/>
                </a:cubicBezTo>
                <a:cubicBezTo>
                  <a:pt x="21" y="42"/>
                  <a:pt x="33" y="38"/>
                  <a:pt x="40" y="29"/>
                </a:cubicBezTo>
                <a:cubicBezTo>
                  <a:pt x="47" y="21"/>
                  <a:pt x="43" y="0"/>
                  <a:pt x="21" y="3"/>
                </a:cubicBezTo>
                <a:close/>
                <a:moveTo>
                  <a:pt x="16" y="31"/>
                </a:moveTo>
                <a:cubicBezTo>
                  <a:pt x="12" y="31"/>
                  <a:pt x="8" y="29"/>
                  <a:pt x="8" y="26"/>
                </a:cubicBezTo>
                <a:cubicBezTo>
                  <a:pt x="8" y="22"/>
                  <a:pt x="11" y="19"/>
                  <a:pt x="15" y="19"/>
                </a:cubicBezTo>
                <a:cubicBezTo>
                  <a:pt x="20" y="18"/>
                  <a:pt x="23" y="21"/>
                  <a:pt x="23" y="24"/>
                </a:cubicBezTo>
                <a:cubicBezTo>
                  <a:pt x="23" y="27"/>
                  <a:pt x="20" y="31"/>
                  <a:pt x="16" y="31"/>
                </a:cubicBezTo>
                <a:close/>
                <a:moveTo>
                  <a:pt x="28" y="20"/>
                </a:moveTo>
                <a:cubicBezTo>
                  <a:pt x="27" y="21"/>
                  <a:pt x="25" y="21"/>
                  <a:pt x="25" y="20"/>
                </a:cubicBezTo>
                <a:cubicBezTo>
                  <a:pt x="24" y="19"/>
                  <a:pt x="24" y="17"/>
                  <a:pt x="26" y="16"/>
                </a:cubicBezTo>
                <a:cubicBezTo>
                  <a:pt x="27" y="15"/>
                  <a:pt x="29" y="15"/>
                  <a:pt x="30" y="16"/>
                </a:cubicBezTo>
                <a:cubicBezTo>
                  <a:pt x="30" y="17"/>
                  <a:pt x="30" y="19"/>
                  <a:pt x="28" y="2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19" name="Freeform 125"/>
          <p:cNvSpPr/>
          <p:nvPr>
            <p:custDataLst>
              <p:tags r:id="rId10"/>
            </p:custDataLst>
          </p:nvPr>
        </p:nvSpPr>
        <p:spPr bwMode="auto">
          <a:xfrm>
            <a:off x="8483298" y="4479416"/>
            <a:ext cx="76388" cy="80144"/>
          </a:xfrm>
          <a:custGeom>
            <a:avLst/>
            <a:gdLst>
              <a:gd name="T0" fmla="*/ 20 w 26"/>
              <a:gd name="T1" fmla="*/ 27 h 27"/>
              <a:gd name="T2" fmla="*/ 23 w 26"/>
              <a:gd name="T3" fmla="*/ 24 h 27"/>
              <a:gd name="T4" fmla="*/ 23 w 26"/>
              <a:gd name="T5" fmla="*/ 24 h 27"/>
              <a:gd name="T6" fmla="*/ 4 w 26"/>
              <a:gd name="T7" fmla="*/ 4 h 27"/>
              <a:gd name="T8" fmla="*/ 0 w 26"/>
              <a:gd name="T9" fmla="*/ 8 h 27"/>
              <a:gd name="T10" fmla="*/ 4 w 26"/>
              <a:gd name="T11" fmla="*/ 11 h 27"/>
              <a:gd name="T12" fmla="*/ 16 w 26"/>
              <a:gd name="T13" fmla="*/ 23 h 27"/>
              <a:gd name="T14" fmla="*/ 20 w 26"/>
              <a:gd name="T15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" h="27">
                <a:moveTo>
                  <a:pt x="20" y="27"/>
                </a:moveTo>
                <a:cubicBezTo>
                  <a:pt x="21" y="27"/>
                  <a:pt x="23" y="26"/>
                  <a:pt x="23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6" y="0"/>
                  <a:pt x="4" y="4"/>
                  <a:pt x="4" y="4"/>
                </a:cubicBezTo>
                <a:cubicBezTo>
                  <a:pt x="2" y="4"/>
                  <a:pt x="0" y="6"/>
                  <a:pt x="0" y="8"/>
                </a:cubicBezTo>
                <a:cubicBezTo>
                  <a:pt x="0" y="10"/>
                  <a:pt x="2" y="11"/>
                  <a:pt x="4" y="11"/>
                </a:cubicBezTo>
                <a:cubicBezTo>
                  <a:pt x="19" y="8"/>
                  <a:pt x="16" y="23"/>
                  <a:pt x="16" y="23"/>
                </a:cubicBezTo>
                <a:cubicBezTo>
                  <a:pt x="16" y="25"/>
                  <a:pt x="18" y="27"/>
                  <a:pt x="20" y="2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20" name="Freeform 126"/>
          <p:cNvSpPr/>
          <p:nvPr>
            <p:custDataLst>
              <p:tags r:id="rId11"/>
            </p:custDataLst>
          </p:nvPr>
        </p:nvSpPr>
        <p:spPr bwMode="auto">
          <a:xfrm>
            <a:off x="8468271" y="4431830"/>
            <a:ext cx="160289" cy="149020"/>
          </a:xfrm>
          <a:custGeom>
            <a:avLst/>
            <a:gdLst>
              <a:gd name="T0" fmla="*/ 22 w 54"/>
              <a:gd name="T1" fmla="*/ 2 h 50"/>
              <a:gd name="T2" fmla="*/ 4 w 54"/>
              <a:gd name="T3" fmla="*/ 2 h 50"/>
              <a:gd name="T4" fmla="*/ 4 w 54"/>
              <a:gd name="T5" fmla="*/ 2 h 50"/>
              <a:gd name="T6" fmla="*/ 4 w 54"/>
              <a:gd name="T7" fmla="*/ 2 h 50"/>
              <a:gd name="T8" fmla="*/ 0 w 54"/>
              <a:gd name="T9" fmla="*/ 7 h 50"/>
              <a:gd name="T10" fmla="*/ 5 w 54"/>
              <a:gd name="T11" fmla="*/ 12 h 50"/>
              <a:gd name="T12" fmla="*/ 10 w 54"/>
              <a:gd name="T13" fmla="*/ 11 h 50"/>
              <a:gd name="T14" fmla="*/ 35 w 54"/>
              <a:gd name="T15" fmla="*/ 24 h 50"/>
              <a:gd name="T16" fmla="*/ 37 w 54"/>
              <a:gd name="T17" fmla="*/ 41 h 50"/>
              <a:gd name="T18" fmla="*/ 36 w 54"/>
              <a:gd name="T19" fmla="*/ 46 h 50"/>
              <a:gd name="T20" fmla="*/ 41 w 54"/>
              <a:gd name="T21" fmla="*/ 50 h 50"/>
              <a:gd name="T22" fmla="*/ 46 w 54"/>
              <a:gd name="T23" fmla="*/ 46 h 50"/>
              <a:gd name="T24" fmla="*/ 46 w 54"/>
              <a:gd name="T25" fmla="*/ 46 h 50"/>
              <a:gd name="T26" fmla="*/ 22 w 54"/>
              <a:gd name="T27" fmla="*/ 2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4" h="50">
                <a:moveTo>
                  <a:pt x="22" y="2"/>
                </a:moveTo>
                <a:cubicBezTo>
                  <a:pt x="14" y="0"/>
                  <a:pt x="7" y="1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2" y="3"/>
                  <a:pt x="0" y="5"/>
                  <a:pt x="0" y="7"/>
                </a:cubicBezTo>
                <a:cubicBezTo>
                  <a:pt x="0" y="10"/>
                  <a:pt x="2" y="12"/>
                  <a:pt x="5" y="12"/>
                </a:cubicBezTo>
                <a:cubicBezTo>
                  <a:pt x="5" y="12"/>
                  <a:pt x="8" y="12"/>
                  <a:pt x="10" y="11"/>
                </a:cubicBezTo>
                <a:cubicBezTo>
                  <a:pt x="12" y="10"/>
                  <a:pt x="27" y="11"/>
                  <a:pt x="35" y="24"/>
                </a:cubicBezTo>
                <a:cubicBezTo>
                  <a:pt x="39" y="33"/>
                  <a:pt x="37" y="40"/>
                  <a:pt x="37" y="41"/>
                </a:cubicBezTo>
                <a:cubicBezTo>
                  <a:pt x="37" y="41"/>
                  <a:pt x="36" y="43"/>
                  <a:pt x="36" y="46"/>
                </a:cubicBezTo>
                <a:cubicBezTo>
                  <a:pt x="36" y="49"/>
                  <a:pt x="38" y="50"/>
                  <a:pt x="41" y="50"/>
                </a:cubicBezTo>
                <a:cubicBezTo>
                  <a:pt x="43" y="50"/>
                  <a:pt x="45" y="50"/>
                  <a:pt x="46" y="46"/>
                </a:cubicBezTo>
                <a:cubicBezTo>
                  <a:pt x="46" y="46"/>
                  <a:pt x="46" y="46"/>
                  <a:pt x="46" y="46"/>
                </a:cubicBezTo>
                <a:cubicBezTo>
                  <a:pt x="54" y="18"/>
                  <a:pt x="36" y="5"/>
                  <a:pt x="22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5322783" y="2029069"/>
            <a:ext cx="4084435" cy="1424356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322783" y="3497997"/>
            <a:ext cx="4084435" cy="90781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anchor="b" anchorCtr="0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5125"/>
            <a:ext cx="10515600" cy="1325563"/>
          </a:xfrm>
        </p:spPr>
        <p:txBody>
          <a:bodyPr anchor="b" anchorCtr="0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903515" y="2329543"/>
            <a:ext cx="0" cy="1719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028703" y="1953474"/>
            <a:ext cx="6774544" cy="1597630"/>
          </a:xfrm>
        </p:spPr>
        <p:txBody>
          <a:bodyPr anchor="b" anchorCtr="0">
            <a:normAutofit/>
          </a:bodyPr>
          <a:lstStyle>
            <a:lvl1pPr algn="l">
              <a:defRPr sz="8000" b="0"/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028703" y="3652705"/>
            <a:ext cx="4261756" cy="880647"/>
          </a:xfrm>
        </p:spPr>
        <p:txBody>
          <a:bodyPr>
            <a:normAutofit/>
          </a:bodyPr>
          <a:lstStyle>
            <a:lvl1pPr marL="0" indent="0" algn="dist">
              <a:buFont typeface="Arial" panose="020B0604020202090204" pitchFamily="34" charset="0"/>
              <a:buNone/>
              <a:defRPr sz="2400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 userDrawn="1">
            <p:custDataLst>
              <p:tags r:id="rId2"/>
            </p:custDataLst>
          </p:nvPr>
        </p:nvCxnSpPr>
        <p:spPr>
          <a:xfrm flipH="1" flipV="1">
            <a:off x="6713855" y="1092200"/>
            <a:ext cx="4768215" cy="8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3"/>
            </p:custDataLst>
          </p:nvPr>
        </p:nvCxnSpPr>
        <p:spPr>
          <a:xfrm flipH="1" flipV="1">
            <a:off x="10405110" y="1315085"/>
            <a:ext cx="1076960" cy="8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>
            <p:custDataLst>
              <p:tags r:id="rId2"/>
            </p:custDataLst>
          </p:nvPr>
        </p:nvCxnSpPr>
        <p:spPr>
          <a:xfrm flipH="1" flipV="1">
            <a:off x="11955780" y="770255"/>
            <a:ext cx="7620" cy="3576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 dirty="0">
              <a:sym typeface="+mn-ea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4"/>
            </p:custDataLst>
          </p:nvPr>
        </p:nvCxnSpPr>
        <p:spPr>
          <a:xfrm flipH="1" flipV="1">
            <a:off x="234950" y="770255"/>
            <a:ext cx="7620" cy="3576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flipV="1">
            <a:off x="10994390" y="6155690"/>
            <a:ext cx="892810" cy="452755"/>
            <a:chOff x="1205" y="788"/>
            <a:chExt cx="1406" cy="713"/>
          </a:xfrm>
        </p:grpSpPr>
        <p:cxnSp>
          <p:nvCxnSpPr>
            <p:cNvPr id="11" name="直接连接符 10"/>
            <p:cNvCxnSpPr/>
            <p:nvPr userDrawn="1">
              <p:custDataLst>
                <p:tags r:id="rId3"/>
              </p:custDataLst>
            </p:nvPr>
          </p:nvCxnSpPr>
          <p:spPr>
            <a:xfrm flipH="1" flipV="1">
              <a:off x="1205" y="788"/>
              <a:ext cx="1406" cy="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 userDrawn="1">
              <p:custDataLst>
                <p:tags r:id="rId4"/>
              </p:custDataLst>
            </p:nvPr>
          </p:nvCxnSpPr>
          <p:spPr>
            <a:xfrm flipH="1" flipV="1">
              <a:off x="1845" y="1140"/>
              <a:ext cx="766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>
              <p:custDataLst>
                <p:tags r:id="rId5"/>
              </p:custDataLst>
            </p:nvPr>
          </p:nvCxnSpPr>
          <p:spPr>
            <a:xfrm flipH="1">
              <a:off x="2223" y="1491"/>
              <a:ext cx="388" cy="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cxnSp>
        <p:nvCxnSpPr>
          <p:cNvPr id="11" name="直接箭头连接符 10"/>
          <p:cNvCxnSpPr/>
          <p:nvPr userDrawn="1">
            <p:custDataLst>
              <p:tags r:id="rId3"/>
            </p:custDataLst>
          </p:nvPr>
        </p:nvCxnSpPr>
        <p:spPr>
          <a:xfrm flipV="1">
            <a:off x="11811000" y="6250940"/>
            <a:ext cx="5715" cy="470535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 userDrawn="1">
            <p:custDataLst>
              <p:tags r:id="rId4"/>
            </p:custDataLst>
          </p:nvPr>
        </p:nvCxnSpPr>
        <p:spPr>
          <a:xfrm>
            <a:off x="11788140" y="254000"/>
            <a:ext cx="0" cy="41529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箭头连接符 14"/>
          <p:cNvCxnSpPr/>
          <p:nvPr userDrawn="1">
            <p:custDataLst>
              <p:tags r:id="rId2"/>
            </p:custDataLst>
          </p:nvPr>
        </p:nvCxnSpPr>
        <p:spPr>
          <a:xfrm flipV="1">
            <a:off x="8002905" y="6609715"/>
            <a:ext cx="313055" cy="254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 userDrawn="1">
            <p:custDataLst>
              <p:tags r:id="rId3"/>
            </p:custDataLst>
          </p:nvPr>
        </p:nvCxnSpPr>
        <p:spPr>
          <a:xfrm flipV="1">
            <a:off x="3463290" y="6290310"/>
            <a:ext cx="575310" cy="508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 userDrawn="1">
            <p:custDataLst>
              <p:tags r:id="rId4"/>
            </p:custDataLst>
          </p:nvPr>
        </p:nvCxnSpPr>
        <p:spPr>
          <a:xfrm rot="16200000" flipH="1">
            <a:off x="10989310" y="6336030"/>
            <a:ext cx="0" cy="29527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 userDrawn="1">
            <p:custDataLst>
              <p:tags r:id="rId5"/>
            </p:custDataLst>
          </p:nvPr>
        </p:nvCxnSpPr>
        <p:spPr>
          <a:xfrm>
            <a:off x="710565" y="6609715"/>
            <a:ext cx="372745" cy="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 userDrawn="1">
            <p:custDataLst>
              <p:tags r:id="rId2"/>
            </p:custDataLst>
          </p:nvPr>
        </p:nvCxnSpPr>
        <p:spPr>
          <a:xfrm flipH="1" flipV="1">
            <a:off x="10971530" y="374015"/>
            <a:ext cx="892810" cy="1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3"/>
            </p:custDataLst>
          </p:nvPr>
        </p:nvCxnSpPr>
        <p:spPr>
          <a:xfrm flipH="1" flipV="1">
            <a:off x="11377930" y="597535"/>
            <a:ext cx="486410" cy="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flipH="1">
            <a:off x="222885" y="372745"/>
            <a:ext cx="892810" cy="223520"/>
            <a:chOff x="1205" y="788"/>
            <a:chExt cx="1406" cy="352"/>
          </a:xfrm>
        </p:grpSpPr>
        <p:cxnSp>
          <p:nvCxnSpPr>
            <p:cNvPr id="6" name="直接连接符 5"/>
            <p:cNvCxnSpPr/>
            <p:nvPr userDrawn="1">
              <p:custDataLst>
                <p:tags r:id="rId5"/>
              </p:custDataLst>
            </p:nvPr>
          </p:nvCxnSpPr>
          <p:spPr>
            <a:xfrm flipH="1" flipV="1">
              <a:off x="1205" y="788"/>
              <a:ext cx="1406" cy="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>
              <p:custDataLst>
                <p:tags r:id="rId6"/>
              </p:custDataLst>
            </p:nvPr>
          </p:nvCxnSpPr>
          <p:spPr>
            <a:xfrm flipH="1" flipV="1">
              <a:off x="1845" y="1140"/>
              <a:ext cx="766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 userDrawn="1">
            <p:custDataLst>
              <p:tags r:id="rId7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139.xml"/><Relationship Id="rId24" Type="http://schemas.openxmlformats.org/officeDocument/2006/relationships/tags" Target="../tags/tag138.xml"/><Relationship Id="rId23" Type="http://schemas.openxmlformats.org/officeDocument/2006/relationships/tags" Target="../tags/tag137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1.xml"/><Relationship Id="rId2" Type="http://schemas.openxmlformats.org/officeDocument/2006/relationships/image" Target="../media/image1.png"/><Relationship Id="rId1" Type="http://schemas.openxmlformats.org/officeDocument/2006/relationships/tags" Target="../tags/tag140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3.xml"/><Relationship Id="rId2" Type="http://schemas.openxmlformats.org/officeDocument/2006/relationships/image" Target="../media/image2.png"/><Relationship Id="rId1" Type="http://schemas.openxmlformats.org/officeDocument/2006/relationships/tags" Target="../tags/tag14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5.xml"/><Relationship Id="rId2" Type="http://schemas.openxmlformats.org/officeDocument/2006/relationships/image" Target="../media/image3.emf"/><Relationship Id="rId1" Type="http://schemas.openxmlformats.org/officeDocument/2006/relationships/tags" Target="../tags/tag14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7.xml"/><Relationship Id="rId2" Type="http://schemas.openxmlformats.org/officeDocument/2006/relationships/image" Target="../media/image4.png"/><Relationship Id="rId1" Type="http://schemas.openxmlformats.org/officeDocument/2006/relationships/tags" Target="../tags/tag146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50.xml"/><Relationship Id="rId3" Type="http://schemas.openxmlformats.org/officeDocument/2006/relationships/image" Target="../media/image5.png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479108" y="260033"/>
            <a:ext cx="6671310" cy="46164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管控资产变化情况概述</a:t>
            </a:r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四年资产变化情况</a:t>
            </a:r>
            <a:endParaRPr lang="zh-CN" altLang="en-US" sz="240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2935" y="4142105"/>
            <a:ext cx="10944860" cy="11798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eaLnBrk="1" hangingPunct="1">
              <a:lnSpc>
                <a:spcPct val="150000"/>
              </a:lnSpc>
              <a:spcBef>
                <a:spcPct val="20000"/>
              </a:spcBef>
            </a:pPr>
            <a:endParaRPr lang="zh-CN" altLang="en-US" sz="1600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55370" y="5156835"/>
          <a:ext cx="6739890" cy="1347470"/>
        </p:xfrm>
        <a:graphic>
          <a:graphicData uri="http://schemas.openxmlformats.org/drawingml/2006/table">
            <a:tbl>
              <a:tblPr/>
              <a:tblGrid>
                <a:gridCol w="1708785"/>
                <a:gridCol w="1071880"/>
                <a:gridCol w="1351915"/>
                <a:gridCol w="1351915"/>
                <a:gridCol w="1255395"/>
              </a:tblGrid>
              <a:tr h="354965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当前总数</a:t>
                      </a:r>
                      <a:endParaRPr lang="zh-CN" altLang="en-US" sz="16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年度增长量</a:t>
                      </a:r>
                      <a:endParaRPr lang="zh-CN" altLang="en-US" sz="16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年度增长率</a:t>
                      </a:r>
                      <a:endParaRPr lang="zh-CN" altLang="en-US" sz="16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增长率变化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资产数量（件）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11,072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-1,062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-8.75%</a:t>
                      </a:r>
                      <a:endParaRPr lang="en-US" altLang="zh-CN" sz="16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0.13%</a:t>
                      </a:r>
                      <a:endParaRPr lang="en-US" altLang="zh-CN" sz="16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资产原值（万）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7,466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-574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-7.15%</a:t>
                      </a:r>
                      <a:endParaRPr lang="en-US" altLang="zh-CN" sz="16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-1.51%</a:t>
                      </a:r>
                      <a:endParaRPr lang="en-US" altLang="zh-CN" sz="16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E7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资产净值（万）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-154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-19.02%</a:t>
                      </a:r>
                      <a:endParaRPr lang="en-US" altLang="zh-CN" sz="16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0.40%</a:t>
                      </a:r>
                      <a:endParaRPr lang="en-US" altLang="zh-CN" sz="16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3CB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800100"/>
            <a:ext cx="7749540" cy="34182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31315" y="4364990"/>
            <a:ext cx="5320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取得是明细表里四年盘点数据对比的折线图，做了单位，左边是原值净值，右边是</a:t>
            </a:r>
            <a:r>
              <a:rPr lang="zh-CN" altLang="en-US"/>
              <a:t>数量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479377" y="246514"/>
            <a:ext cx="9156908" cy="46164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90000" tIns="46800" rIns="90000" bIns="46800">
            <a:spAutoFit/>
          </a:bodyPr>
          <a:lstStyle/>
          <a:p>
            <a:pPr eaLnBrk="1" hangingPunct="1"/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管控资产变化情况概述</a:t>
            </a:r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资产类型分布概况（按原值统计）</a:t>
            </a:r>
            <a:endParaRPr lang="zh-CN" altLang="en-US" sz="240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1171" y="4982056"/>
            <a:ext cx="10729192" cy="1440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2857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lvl="1" eaLnBrk="1" latinLnBrk="0" hangingPunct="1">
              <a:spcBef>
                <a:spcPts val="0"/>
              </a:spcBef>
              <a:spcAft>
                <a:spcPts val="1200"/>
              </a:spcAft>
            </a:pP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" y="745490"/>
            <a:ext cx="6993890" cy="40697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77715" y="561594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用资产盘亏统计的分类做原值汇总的计算出一个</a:t>
            </a:r>
            <a:r>
              <a:rPr lang="zh-CN" altLang="en-US"/>
              <a:t>饼状图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479728" y="188677"/>
            <a:ext cx="7524750" cy="46164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管控资产变化情况概述</a:t>
            </a:r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资产增量情况</a:t>
            </a:r>
            <a:endParaRPr lang="zh-CN" altLang="en-US" sz="240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6679" y="4941160"/>
            <a:ext cx="10542071" cy="1159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85750" lvl="1" indent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25" y="908685"/>
            <a:ext cx="4464685" cy="37979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79376" y="188640"/>
            <a:ext cx="6057265" cy="46164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管控资产盘点结果分析</a:t>
            </a:r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资产盘亏情况</a:t>
            </a:r>
            <a:endParaRPr lang="zh-CN" altLang="en-US" sz="240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5325" y="4220845"/>
            <a:ext cx="9956165" cy="21990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lvl="1" eaLnBrk="1" latinLnBrk="0" hangingPunct="1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" y="836930"/>
            <a:ext cx="6917055" cy="31007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35170" y="46462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四年盘点数据对比中的盘亏数量</a:t>
            </a:r>
            <a:r>
              <a:rPr lang="zh-CN" altLang="en-US"/>
              <a:t>情况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44675" y="1155700"/>
            <a:ext cx="88915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 sz="20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79376" y="201923"/>
            <a:ext cx="5452110" cy="461645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ES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管控资产盘点结果分析</a:t>
            </a:r>
            <a:r>
              <a:rPr lang="en-US" altLang="zh-CN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盘亏分布</a:t>
            </a:r>
            <a:endParaRPr lang="zh-CN" altLang="en-US" sz="2400" u="sng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9470" y="4869180"/>
            <a:ext cx="10008870" cy="1420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15" y="1052195"/>
            <a:ext cx="9450070" cy="33394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68520" y="54165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资产盘亏统计横过来按照子公司汇总</a:t>
            </a:r>
            <a:r>
              <a:rPr lang="zh-CN" altLang="en-US"/>
              <a:t>统计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</p:tagLst>
</file>

<file path=ppt/tags/tag7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4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leftRight"/>
</p:tagLst>
</file>

<file path=ppt/tags/tag82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4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leftRight"/>
</p:tagLst>
</file>

<file path=ppt/tags/tag84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5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topBottom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5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topBottom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5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topBottom"/>
</p:tagLst>
</file>

<file path=ppt/tags/tag94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5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6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6*i*1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7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navigation"/>
</p:tagLst>
</file>

<file path=ppt/tags/tag1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7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navigation"/>
</p:tagLst>
</file>

<file path=ppt/tags/tag1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7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navigation"/>
</p:tagLst>
</file>

<file path=ppt/tags/tag1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7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navigation"/>
</p:tagLst>
</file>

<file path=ppt/tags/tag114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15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8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belt"/>
</p:tagLst>
</file>

<file path=ppt/tags/tag1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8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belt"/>
</p:tagLst>
</file>

<file path=ppt/tags/tag125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8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belt"/>
</p:tagLst>
</file>

<file path=ppt/tags/tag1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8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belt"/>
</p:tagLst>
</file>

<file path=ppt/tags/tag128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29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4566"/>
</p:tagLst>
</file>

<file path=ppt/tags/tag135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4566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0946_1"/>
  <p:tag name="KSO_WM_TEMPLATE_CATEGORY" val="custom"/>
  <p:tag name="KSO_WM_TEMPLATE_INDEX" val="20184566"/>
  <p:tag name="KSO_WM_TEMPLATE_SUBCATEGORY" val="0"/>
  <p:tag name="KSO_WM_TEMPLATE_THUMBS_INDEX" val="1、9、12、17、19、22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MASTER_TYPE" val="1"/>
</p:tagLst>
</file>

<file path=ppt/tags/tag1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p="http://schemas.openxmlformats.org/presentationml/2006/main">
  <p:tag name="KSO_WM_SLIDE_BACKGROUND_TYPE" val="general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p="http://schemas.openxmlformats.org/presentationml/2006/main">
  <p:tag name="KSO_WM_SLIDE_BACKGROUND_TYPE" val="general"/>
</p:tagLst>
</file>

<file path=ppt/tags/tag1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p="http://schemas.openxmlformats.org/presentationml/2006/main">
  <p:tag name="KSO_WM_SLIDE_BACKGROUND_TYPE" val="general"/>
</p:tagLst>
</file>

<file path=ppt/tags/tag1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7.xml><?xml version="1.0" encoding="utf-8"?>
<p:tagLst xmlns:p="http://schemas.openxmlformats.org/presentationml/2006/main">
  <p:tag name="KSO_WM_SLIDE_BACKGROUND_TYPE" val="general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0.xml><?xml version="1.0" encoding="utf-8"?>
<p:tagLst xmlns:p="http://schemas.openxmlformats.org/presentationml/2006/main">
  <p:tag name="KSO_WM_SLIDE_BACKGROUND_TYPE" val="general"/>
</p:tagLst>
</file>

<file path=ppt/tags/tag151.xml><?xml version="1.0" encoding="utf-8"?>
<p:tagLst xmlns:p="http://schemas.openxmlformats.org/presentationml/2006/main">
  <p:tag name="COMMONDATA" val="eyJoZGlkIjoiMDc2ODhhM2JhMjc0NjdhZjdiMTQ3ZWNhOTVhZDFhODUifQ=="/>
</p:tagLst>
</file>

<file path=ppt/theme/theme1.xml><?xml version="1.0" encoding="utf-8"?>
<a:theme xmlns:a="http://schemas.openxmlformats.org/drawingml/2006/main" name="4_Office 主题">
  <a:themeElements>
    <a:clrScheme name="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000000"/>
      </a:accent1>
      <a:accent2>
        <a:srgbClr val="2E2E2E"/>
      </a:accent2>
      <a:accent3>
        <a:srgbClr val="5C5C5C"/>
      </a:accent3>
      <a:accent4>
        <a:srgbClr val="898989"/>
      </a:accent4>
      <a:accent5>
        <a:srgbClr val="B7B7B7"/>
      </a:accent5>
      <a:accent6>
        <a:srgbClr val="E5E5E5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WPS 表格</Application>
  <PresentationFormat>宽屏</PresentationFormat>
  <Paragraphs>59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宋体-简</vt:lpstr>
      <vt:lpstr>方正兰亭细黑_GBK</vt:lpstr>
      <vt:lpstr>微软雅黑</vt:lpstr>
      <vt:lpstr>汉仪旗黑</vt:lpstr>
      <vt:lpstr>Calibri</vt:lpstr>
      <vt:lpstr>宋体</vt:lpstr>
      <vt:lpstr>Arial Unicode MS</vt:lpstr>
      <vt:lpstr>等线</vt:lpstr>
      <vt:lpstr>苹方-简</vt:lpstr>
      <vt:lpstr>黑体-简</vt:lpstr>
      <vt:lpstr>Helvetica Neue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sohu.com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SOHU.com</dc:title>
  <dc:creator>SVI</dc:creator>
  <cp:lastModifiedBy>zqx</cp:lastModifiedBy>
  <cp:revision>307</cp:revision>
  <cp:lastPrinted>2026-10-15T09:42:28Z</cp:lastPrinted>
  <dcterms:created xsi:type="dcterms:W3CDTF">2026-10-15T09:42:28Z</dcterms:created>
  <dcterms:modified xsi:type="dcterms:W3CDTF">2026-10-15T09:42:28Z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E1F96B628D76483994240A81E378D614_13</vt:lpwstr>
  </property>
  <property fmtid="{D5CDD505-2E9C-101B-9397-08002B2CF9AE}" pid="3" name="KSOProductBuildVer">
    <vt:lpwstr>2052-12.1.28496.28496</vt:lpwstr>
  </property>
</Properties>
</file>